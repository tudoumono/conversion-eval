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943600" y="-457200"/>
            <a:ext cx="4114800" cy="3200400"/>
          </a:xfrm>
          <a:prstGeom prst="rect">
            <a:avLst/>
          </a:prstGeom>
          <a:solidFill>
            <a:srgbClr val="E8833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1097280" cy="1097280"/>
          </a:xfrm>
          <a:prstGeom prst="ellipse">
            <a:avLst/>
          </a:prstGeom>
          <a:solidFill>
            <a:srgbClr val="E8833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アイディアの生み出し方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～ 3つのコンテスト経験から ～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新入社員研修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佐野 真文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本日の流れ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自己紹介＆コンテスト実績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5分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365760" cy="3657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733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3つの信条：アイディアの土台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0" y="16733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15分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249424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20370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発想法① 「観察力」を磨く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0" y="2203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10分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79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7340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発想法② 「データで裏付ける」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0" y="27340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10分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2644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コンセプトで研ぎ澄ます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3264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10分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2EAF6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伝え方のコツ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5分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370832"/>
            <a:ext cx="365760" cy="36576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3251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まとめ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315200" y="43251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5分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自己紹介＆コンテスト実績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16459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佐野 真文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第一開発本部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現在はAIプロジェクトに参画中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017520"/>
            <a:ext cx="2606040" cy="731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2024年度  ビジネスコンテスト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731520" cy="3200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474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優勝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Rentalyze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賃貸物件の環境データを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IoTで見える化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3017520"/>
            <a:ext cx="260604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2025年度  アプリ開発コンテスト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3474720"/>
            <a:ext cx="73152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474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優勝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5196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しんきん絆コンパス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3931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事業者向け来店促進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アプリ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0175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017520"/>
            <a:ext cx="2606040" cy="73152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2025年度  ビジネスコンテスト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474720"/>
            <a:ext cx="731520" cy="320040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474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準優勝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LinkPocket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931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子どものネット安全を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守るアプリ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3つの信条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アイディア発想のすべての「土台」となる考え方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28600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信条 ❶  自分なら使うか？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「自分なら使うか？」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
</a:t>
            </a:r>
            <a:endParaRPr lang="en-US" sz="36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この問いが、すべてのアイディアの出発点であり最終チェック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自分が心から「これ欲しい」「これ使いたい」と思えないものは、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他の誰にも響かない。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
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この問いは課題の発見だけでなく、解決策の方向性も決める。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「自分が使う側だったらどう感じるか？」を常にシミュレーションする。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信条 ❷  それは誰にとって嬉しいのか？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「自分なら使う」の次に問う：</a:t>
            </a:r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「誰が、どう嬉しいのか？」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743200"/>
            <a:ext cx="2651760" cy="21031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743200"/>
            <a:ext cx="2651760" cy="3657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Rentalyze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引っ越しを検討する人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住んでから後悔しない。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騒音・環境を事前に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知れる安心感。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2651760" cy="21031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743200"/>
            <a:ext cx="26517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絆コンパス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信用金庫の事業者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「相談したいとき」に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すぐつながれる。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関係性が深まる。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743200"/>
            <a:ext cx="2651760" cy="21031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743200"/>
            <a:ext cx="2651760" cy="365760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LinkPocket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子どもを持つ親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制限ではなく「気づき」で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子どもを守れる。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親子の信頼が保てる。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「誰にとって嬉しいか」が明確なほど、アイディアの軸がブレない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信条 ❸  前提を疑い、本質を問う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逆を考える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1188720" cy="274320"/>
          </a:xfrm>
          <a:prstGeom prst="rect">
            <a:avLst/>
          </a:prstGeom>
          <a:solidFill>
            <a:srgbClr val="2EAF6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LinkPocket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「子どもを守る＝制限する」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を逆から考える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2377440" cy="1371600"/>
          </a:xfrm>
          <a:prstGeom prst="rect">
            <a:avLst/>
          </a:prstGeom>
          <a:solidFill>
            <a:srgbClr val="E3F5E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制限すると破りたくなる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→「見えない壁」で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気づかせる設計へ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前提を疑う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23360" y="1737360"/>
            <a:ext cx="1188720" cy="274320"/>
          </a:xfrm>
          <a:prstGeom prst="rect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Rentalyze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「物件は内見で選ぶ」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という当たり前を疑う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108960"/>
            <a:ext cx="2377440" cy="1371600"/>
          </a:xfrm>
          <a:prstGeom prst="rect">
            <a:avLst/>
          </a:prstGeom>
          <a:solidFill>
            <a:srgbClr val="E3F5EC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内見では騒音は分からない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→IoTで24時間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データ化する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本質を問う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49440" y="1737360"/>
            <a:ext cx="1188720" cy="274320"/>
          </a:xfrm>
          <a:prstGeom prst="rect">
            <a:avLst/>
          </a:prstGeom>
          <a:solidFill>
            <a:srgbClr val="E8833A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絆コンパス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「来店促進が課題」から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「なぜ来店？」に立ち返る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3108960"/>
            <a:ext cx="2377440" cy="1371600"/>
          </a:xfrm>
          <a:prstGeom prst="rect">
            <a:avLst/>
          </a:prstGeom>
          <a:solidFill>
            <a:srgbClr val="E3F5EC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来店の目的は相談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→来店不要で相談できる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設計に転換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4846320"/>
            <a:ext cx="6400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4846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これはテクニックではなく、常に持っておく「思考の姿勢」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信条を支える行動指針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004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既存＋アレンジ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＝オリジナル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「似たサービスがある」で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諦めない。既存の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「何が足りないか」に注目すれば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自分なりの価値になる。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32004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完璧より行動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環境の制約は正直多い。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でもいろいろ考えて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やることやっていれば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結果はついてくる。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32004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73152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アピール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しまくる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良いアイディアも伝えなければ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存在しないのと同じ。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コンテスト参加自体が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最大のアピール機会。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自分もアピールし続けた結果、今ではAIプロジェクトに参画できている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A90D9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発想法①「観察力」を磨く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周りの「困った」に気づく力を育てる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観察の出発点 ― 周りのモヤモヤに気づく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D6E6F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自分に起きた問題でなくていい。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周りの人のイライラ・不安・違和感…ネガティブな感情の裏にこそ課題がある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2651760" cy="24231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331720"/>
            <a:ext cx="2651760" cy="3657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Rentalyze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周りを観察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周りが引っ越しで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悩むのをよく聞いた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▼ 感じたモヤモヤ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「なんで騒音って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事前に分からないの？」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2651760" cy="24231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331720"/>
            <a:ext cx="265176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絆コンパス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周りを観察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971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銀行アプリの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ポイント施策を見た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566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▼ 感じたモヤモヤ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3794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「ポイントで本当に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行くのかな…？」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2331720"/>
            <a:ext cx="2651760" cy="24231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2331720"/>
            <a:ext cx="2651760" cy="365760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LinkPocket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周りを観察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2971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子どものネットトラブルの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ニュースが増えている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5661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▼ 感じたモヤモヤ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3794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「制限って逆に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破りたくならない？」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Rentalyze ― 観察からの着想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20240" cy="23774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258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周りを観察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引っ越しした人が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騒音に悩んでいる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のをよく聞く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20240" cy="23774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258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ふとした疑問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なんで事前に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分からないんだろう？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不思議だな…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20240" cy="23774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調べてみる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内見は日中だけ。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夜の騒音は誰にも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分からなかった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237744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43800" y="13258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自分なら？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IoTで24時間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環境データを取れば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解決できるのでは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D6E6F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Point: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自分が経験していなくても、周りの「困った」を観察し「なぜ？」と問うことで課題は見つかる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「観察力」を磨くためのコツ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8046720" cy="10058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感情のアンテナを張る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周りの人の「イライラ」「モヤモヤ」「不安」に注目する。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ネガティブ感情の裏に、解決すべき本質的な課題がある。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73152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331720"/>
            <a:ext cx="8046720" cy="10058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「なぜ？」メモをつける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「なんでこうなってるんだろう？」と感じたことを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スマホにメモする。自分の体験でなくてもOK。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566160"/>
            <a:ext cx="8046720" cy="10058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新入社員の「新鮮な目」を活かす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611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業界の常識を知らないからこそ気づけることがある。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「変だな」と感じた違和感を大切にしてほしい。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観察力は才能ではなく「意識して見る」習慣で身につく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発想法②「データで裏付ける」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調査力でアイディアの説得力を高める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2860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LinkPocket ― データと信条の掛け合わせ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データで「何が問題か」を明らかにする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総務省調査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親の60%がネット利用に不安を感じている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一方、子どもは30%しか怖さを感じていない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3931920" cy="10972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71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警察庁統計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SNS事犯の最初の投稿は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子ども側が約72%を占めている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▼  データから分かること：子どもの「何気ない発信」が危険の起点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信条で「どう解決するか」の方向を決める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3474720" cy="1554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一般的な発想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「子どもの行動を止める＝制限」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フィルタリング、アプリ制限、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利用時間制限...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3246120"/>
            <a:ext cx="1097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「自分なら？」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246120"/>
            <a:ext cx="3840480" cy="1554480"/>
          </a:xfrm>
          <a:prstGeom prst="rect">
            <a:avLst/>
          </a:prstGeom>
          <a:solidFill>
            <a:srgbClr val="E3F5E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信条で問い直した結果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520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「制限されたら突破したくなる」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子どもの心理を考えれば、見える壁で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はなく「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見えない壁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」で送る前に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気づかせる予防型へ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データで裏付けるための3ステップ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926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325880"/>
            <a:ext cx="11887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仮説を立てる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「こういう課題が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あるのでは？」を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まず言語化する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2377440" cy="5486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自分の観察や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感情を言葉にする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33A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23360" y="1325880"/>
            <a:ext cx="11887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Step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公的データで確認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377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政府統計、業界レポート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で「数字の裏付け」を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得る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3383280"/>
            <a:ext cx="2377440" cy="5486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仮説が正しいか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検証する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33A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325880"/>
            <a:ext cx="11887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独自調査で深掘り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2377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アンケート、インタビュー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で「生の声」を集め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説得力を高める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3383280"/>
            <a:ext cx="2377440" cy="5486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リアルな事例が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ストーリーになる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データは「正しさの証明」だけでなく「アイディアをさらに良くする」ためにも使える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コンセプトで研ぎ澄ます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判断の軸を持つことで、要る・要らないが見えてくる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286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 ― すべての判断の軸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solidFill>
            <a:srgbClr val="F3EE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09728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コンセプト＝「このアイディアは何のために存在するか」</a:t>
            </a:r>
            <a:endParaRPr lang="en-US" sz="18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
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コンセプトがしっかりしていれば、迷ったときの判断基準になる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651760" cy="21031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560320"/>
            <a:ext cx="2651760" cy="731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要る・要らないが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見える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機能やアイディアが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増えたとき、コンセプトに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合うかで取捨選択できる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651760" cy="21031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560320"/>
            <a:ext cx="265176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方針がブレない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3429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チームで議論しても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コンセプトに立ち返れば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方向性が一致する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2651760" cy="21031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560320"/>
            <a:ext cx="2651760" cy="73152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過剰を削れる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3429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「あれもこれも」を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防ぎ、本当に必要な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ものだけに集中できる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例：LinkPocketのコンセプトは「子どもが自分で気づく力を育てる」→ 制限機能は入れないと判断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伝え方のコツ ― アイディアを「通す」ために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E3F5E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いいアイディアも、伝わらなければ存在しないのと同じ。</a:t>
            </a:r>
            <a:endParaRPr lang="en-US" sz="17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AF6D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相手に「納得感」を与えるストーリーが必要。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51760" cy="27432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28600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課題 → 原因 → 解決策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この順番がストーリーの基本。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聞き手が「なるほど」と思える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論理の流れをつくる。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148840"/>
            <a:ext cx="2651760" cy="27432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2286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聞き手の「自分ごと」を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つくる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最初に「こんな経験ありません？」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と入ると、聞き手が課題を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自分のことと感じてくれる。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651760" cy="27432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2286000"/>
            <a:ext cx="548640" cy="548640"/>
          </a:xfrm>
          <a:prstGeom prst="ellipse">
            <a:avLst/>
          </a:prstGeom>
          <a:solidFill>
            <a:srgbClr val="2EAF6D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データと具体例で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裏付ける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566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「なんとなく」ではなく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数字と事例で納得感を出す。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感情＋論理の両方が大切。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アイディアを生み出すプロセス ― 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463040" cy="1463040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観察する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発想法①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57400" y="1051560"/>
            <a:ext cx="1463040" cy="1463040"/>
          </a:xfrm>
          <a:prstGeom prst="ellipse">
            <a:avLst/>
          </a:prstGeom>
          <a:solidFill>
            <a:srgbClr val="E8833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051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信条で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問い直す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3つの信条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417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40480" y="1051560"/>
            <a:ext cx="1463040" cy="146304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051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データで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検証する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発想法②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417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23560" y="1051560"/>
            <a:ext cx="1463040" cy="14630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051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研ぎ澄ます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判断の軸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417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06640" y="1051560"/>
            <a:ext cx="1463040" cy="1463040"/>
          </a:xfrm>
          <a:prstGeom prst="ellipse">
            <a:avLst/>
          </a:prstGeom>
          <a:solidFill>
            <a:srgbClr val="2EAF6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1051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ストーリーで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伝える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伝え方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246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3つの信条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2560320" cy="640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❶ 自分なら使うか？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3749040"/>
            <a:ext cx="2560320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❷ 誰にとって嬉しいか？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3749040"/>
            <a:ext cx="2560320" cy="640080"/>
          </a:xfrm>
          <a:prstGeom prst="rect">
            <a:avLst/>
          </a:prstGeom>
          <a:solidFill>
            <a:srgbClr val="2EAF6D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❸ 前提を疑い、本質を問う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457200"/>
            <a:ext cx="3657600" cy="2743200"/>
          </a:xfrm>
          <a:prstGeom prst="rect">
            <a:avLst/>
          </a:prstGeom>
          <a:solidFill>
            <a:srgbClr val="E8833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1828800" cy="1828800"/>
          </a:xfrm>
          <a:prstGeom prst="ellipse">
            <a:avLst/>
          </a:prstGeom>
          <a:solidFill>
            <a:srgbClr val="E8833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最後に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アイディアは、特別な才能から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生まれるものではない。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周りを観察し、感情に耳を傾け、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前提を疑い、データで検証する。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コンセプトで研ぎ澄まし、ストーリーで伝える。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そして何より、行動し、アピールし続ける。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LINE Seed JP" pitchFamily="34" charset="0"/>
                <a:ea typeface="LINE Seed JP" pitchFamily="34" charset="-122"/>
                <a:cs typeface="LINE Seed JP" pitchFamily="34" charset="-120"/>
              </a:rPr>
              <a:t>皆さんの挑戦を応援しています。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アイディアの生み出し方 ～3つのコンテスト経験から～</dc:title>
  <dc:subject>PptxGenJS Presentation</dc:subject>
  <dc:creator>佐野 真文</dc:creator>
  <cp:lastModifiedBy>佐野 真文</cp:lastModifiedBy>
  <cp:revision>1</cp:revision>
  <dcterms:created xsi:type="dcterms:W3CDTF">2026-04-09T15:57:59Z</dcterms:created>
  <dcterms:modified xsi:type="dcterms:W3CDTF">2026-04-09T15:57:59Z</dcterms:modified>
</cp:coreProperties>
</file>